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6652" autoAdjust="0"/>
  </p:normalViewPr>
  <p:slideViewPr>
    <p:cSldViewPr snapToGrid="0">
      <p:cViewPr varScale="1">
        <p:scale>
          <a:sx n="124" d="100"/>
          <a:sy n="124" d="100"/>
        </p:scale>
        <p:origin x="8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9E954-227F-22B2-0DF5-3C68C0F51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3EEC-1A0A-F320-225F-AFFF37BCC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41A88-DF7C-3B4E-3499-3DE1C70F3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B210B-02F0-EACF-5AEA-B152E95B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3AA69-5B27-A80A-757E-A80F6879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837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5559-18B5-5EE2-A63A-E8281C27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FE439-E6D0-CB50-EBFF-342700238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5AC85-0AEC-EE47-A4C0-7B0E0108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937CB-EA85-718C-7542-A425B9EF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C234E-D011-31C5-4DC4-880DBB69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7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8DF2-BD00-C65D-BAB1-D54711D3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1F967-56B7-D9D4-5EDB-5F3AA639C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573B-82E4-6A51-71F8-CA5932FE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EC58-1442-940B-E29D-FF9578A7B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A3E9C-BEF4-5C73-8EAF-D60BF2F6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C6CB6-C807-4DBD-9CFF-6A174077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BF5CE-F704-E6AF-7959-E8ACBE99E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35006-148E-D67D-F523-AB7B0F7DE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43ED9-D016-E737-3277-518589BC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7F327-7551-DD7F-66CC-6B3F4F46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B3E4E-47C8-1590-04BE-9B7244F8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5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4884D-2A0C-7C4E-49C5-A5DC98DC8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0F85-B6B5-9ED1-BACC-759C0D0F7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1A92E-8EAF-6532-EF4D-E15AF0929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7C21F0-4A0B-E3D5-55C3-B37A799EA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C1FD9-A477-E06E-06FF-4EE037E3B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C07EA-3FD5-C5B5-1D48-804DA715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332FA9-43DE-1FFA-14BD-FACE1855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12489-C415-ED1A-6F69-D40258552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26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19A8-FF1E-B41A-27C4-AC19736C0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6A2EA-8BFF-0641-9749-0F45C343B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405CC2-9E54-2A74-07AC-74AE8E0E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8E8A5-9FFB-9124-E26F-26C119BA5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6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BE40-CC2C-BAD3-AF5C-63002847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10D73-3110-68D7-111F-83365ED2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583E8-4112-F0D9-446B-CA9BB7AD5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6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4F3D-18BE-4C89-6F32-473630D3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75225-37A9-D5EA-5410-BEB398C83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31B8C-FBF8-70D4-E3B0-999EA4AB7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1CC4C-6206-F7C6-9E24-66403A0E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E8A84-A16F-458F-8FF7-81E21EAF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2E689-06B4-2218-4638-9AA52C1B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8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DD9D-584F-0ED1-FD43-61F8E6633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675A1-500B-DC4B-C9C7-9EE1F41E9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20B8E-B5B3-96BC-6ACB-0A711FEED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E723E-DD2C-B395-2FFF-AC163B3F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685D5-B7C0-BE26-36E4-EE3464A4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BB3AA7-DAA1-228F-0E2E-556FD193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4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EB37-4B24-2C38-8258-2C4C772C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B924A-890D-B30C-2076-4B82336A9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0E139-4D58-07A0-CBBC-6B08FE3A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8DD02-E7AC-FD37-FDF4-25C43008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6D413-9E79-EE15-CDE7-E0BB60BD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8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DB4D96-3612-B18B-F635-B72F5E9DC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958C3-2FF8-13D1-F3D9-7430465C1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9C46E-CFA4-A1B5-7B71-2DBD5798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05CA3-4F35-22FD-F2E9-C1B6C381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3AF2D-0D10-7E47-AF99-3B7B7125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3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AAB146-9908-C612-499E-5DEC27602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58F90-6AF0-F59A-F1B5-53CEC028C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405D3-FDF0-39A0-38F1-EBEB90B7E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F7334-9B86-4B8B-A5D6-DABA96E526F3}" type="datetimeFigureOut">
              <a:rPr lang="en-US" smtClean="0"/>
              <a:t>4/17/2024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8C5D2-ADEA-526A-A973-9666DAC53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D77E-6A85-4E7F-CBAE-9B2CFE71F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FE07B-7D76-4440-B438-E09F3D3DEC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2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artoon of a child sitting on a computer&#10;&#10;Description automatically generated">
            <a:extLst>
              <a:ext uri="{FF2B5EF4-FFF2-40B4-BE49-F238E27FC236}">
                <a16:creationId xmlns:a16="http://schemas.microsoft.com/office/drawing/2014/main" id="{4EF39066-6874-3993-14DE-90216E8E8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976" y="987551"/>
            <a:ext cx="6466695" cy="5409917"/>
          </a:xfrm>
          <a:prstGeom prst="rect">
            <a:avLst/>
          </a:prstGeom>
        </p:spPr>
      </p:pic>
      <p:pic>
        <p:nvPicPr>
          <p:cNvPr id="22" name="Picture 21" descr="A file cabinet with many files in it&#10;&#10;Description automatically generated">
            <a:extLst>
              <a:ext uri="{FF2B5EF4-FFF2-40B4-BE49-F238E27FC236}">
                <a16:creationId xmlns:a16="http://schemas.microsoft.com/office/drawing/2014/main" id="{91B1E2F2-E1D6-0425-AC3D-00E6CE756B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9255">
            <a:off x="5161509" y="1227713"/>
            <a:ext cx="1909743" cy="1874582"/>
          </a:xfrm>
          <a:prstGeom prst="rect">
            <a:avLst/>
          </a:prstGeom>
        </p:spPr>
      </p:pic>
      <p:sp>
        <p:nvSpPr>
          <p:cNvPr id="26" name="Thought Bubble: Cloud 25">
            <a:extLst>
              <a:ext uri="{FF2B5EF4-FFF2-40B4-BE49-F238E27FC236}">
                <a16:creationId xmlns:a16="http://schemas.microsoft.com/office/drawing/2014/main" id="{91C1EA23-B664-81BC-9F28-8617C9A73FBF}"/>
              </a:ext>
            </a:extLst>
          </p:cNvPr>
          <p:cNvSpPr/>
          <p:nvPr/>
        </p:nvSpPr>
        <p:spPr>
          <a:xfrm flipH="1">
            <a:off x="164591" y="987550"/>
            <a:ext cx="2697479" cy="1691642"/>
          </a:xfrm>
          <a:prstGeom prst="cloudCallout">
            <a:avLst>
              <a:gd name="adj1" fmla="val -44939"/>
              <a:gd name="adj2" fmla="val 76096"/>
            </a:avLst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OMG!!!</a:t>
            </a:r>
          </a:p>
          <a:p>
            <a:pPr algn="ctr"/>
            <a:r>
              <a:rPr lang="en-US" sz="2000" dirty="0"/>
              <a:t>1M &amp;</a:t>
            </a:r>
          </a:p>
          <a:p>
            <a:pPr algn="ctr"/>
            <a:r>
              <a:rPr lang="en-US" sz="2000" dirty="0"/>
              <a:t>keep growing?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1283B4-E94A-4FBF-046C-DE2328B9CA06}"/>
              </a:ext>
            </a:extLst>
          </p:cNvPr>
          <p:cNvSpPr txBox="1"/>
          <p:nvPr/>
        </p:nvSpPr>
        <p:spPr>
          <a:xfrm>
            <a:off x="9048217" y="1659285"/>
            <a:ext cx="257260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Files: 770 514</a:t>
            </a:r>
          </a:p>
          <a:p>
            <a:endParaRPr lang="en-US" sz="2800" dirty="0"/>
          </a:p>
          <a:p>
            <a:r>
              <a:rPr lang="en-US" sz="2800" dirty="0"/>
              <a:t>Folders: 97 494</a:t>
            </a:r>
          </a:p>
          <a:p>
            <a:endParaRPr lang="en-US" sz="2800" dirty="0"/>
          </a:p>
          <a:p>
            <a:r>
              <a:rPr lang="en-US" sz="2800" dirty="0"/>
              <a:t>17.8 TB currently in use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EC7034-333E-8DB3-A9C3-101427F0A144}"/>
              </a:ext>
            </a:extLst>
          </p:cNvPr>
          <p:cNvSpPr txBox="1"/>
          <p:nvPr/>
        </p:nvSpPr>
        <p:spPr>
          <a:xfrm>
            <a:off x="2050798" y="6424447"/>
            <a:ext cx="796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Employee Name: John Doe aka “The Firefly”. Location: unknow. Date: unknown.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26CB96-6934-0688-2DA1-B1F96F3181F4}"/>
              </a:ext>
            </a:extLst>
          </p:cNvPr>
          <p:cNvSpPr/>
          <p:nvPr/>
        </p:nvSpPr>
        <p:spPr>
          <a:xfrm>
            <a:off x="2209294" y="64221"/>
            <a:ext cx="6838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The Aramco Scenario</a:t>
            </a:r>
          </a:p>
        </p:txBody>
      </p:sp>
    </p:spTree>
    <p:extLst>
      <p:ext uri="{BB962C8B-B14F-4D97-AF65-F5344CB8AC3E}">
        <p14:creationId xmlns:p14="http://schemas.microsoft.com/office/powerpoint/2010/main" val="410527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D9E8EB6E-DA64-7BFE-1185-CB46A5DE2737}"/>
              </a:ext>
            </a:extLst>
          </p:cNvPr>
          <p:cNvSpPr/>
          <p:nvPr/>
        </p:nvSpPr>
        <p:spPr>
          <a:xfrm>
            <a:off x="423672" y="3146511"/>
            <a:ext cx="1938528" cy="20482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system event is raised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181973E-5C87-D660-3678-1D9DD3E58426}"/>
              </a:ext>
            </a:extLst>
          </p:cNvPr>
          <p:cNvSpPr/>
          <p:nvPr/>
        </p:nvSpPr>
        <p:spPr>
          <a:xfrm>
            <a:off x="2633472" y="3146511"/>
            <a:ext cx="1938528" cy="20482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File System Watcher</a:t>
            </a:r>
          </a:p>
          <a:p>
            <a:pPr algn="ctr"/>
            <a:r>
              <a:rPr lang="en-US" dirty="0"/>
              <a:t>is notified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C27491E0-EF73-905D-4F07-54F71A641AA9}"/>
              </a:ext>
            </a:extLst>
          </p:cNvPr>
          <p:cNvSpPr/>
          <p:nvPr/>
        </p:nvSpPr>
        <p:spPr>
          <a:xfrm>
            <a:off x="6057900" y="3146511"/>
            <a:ext cx="1938528" cy="19385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Notify the responsible handler with the event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91478F98-F072-591E-1DD0-25A7209DED06}"/>
              </a:ext>
            </a:extLst>
          </p:cNvPr>
          <p:cNvSpPr/>
          <p:nvPr/>
        </p:nvSpPr>
        <p:spPr>
          <a:xfrm>
            <a:off x="8366760" y="3146511"/>
            <a:ext cx="1938528" cy="1938528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Extracting and storing DB model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9B7FB714-0879-5B6E-BB00-55E3576848A6}"/>
              </a:ext>
            </a:extLst>
          </p:cNvPr>
          <p:cNvSpPr/>
          <p:nvPr/>
        </p:nvSpPr>
        <p:spPr>
          <a:xfrm>
            <a:off x="10567416" y="2118045"/>
            <a:ext cx="1271016" cy="1791619"/>
          </a:xfrm>
          <a:prstGeom prst="can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 Manager API</a:t>
            </a:r>
          </a:p>
          <a:p>
            <a:pPr algn="ctr"/>
            <a:r>
              <a:rPr lang="en-US" dirty="0"/>
              <a:t>DB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968C9FF1-7521-5D03-C586-9AC0571FDC7E}"/>
              </a:ext>
            </a:extLst>
          </p:cNvPr>
          <p:cNvSpPr/>
          <p:nvPr/>
        </p:nvSpPr>
        <p:spPr>
          <a:xfrm>
            <a:off x="4658106" y="3868887"/>
            <a:ext cx="1313688" cy="73152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BAB0B5-ED66-63FA-022F-DEB23FDB0B97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362200" y="4170639"/>
            <a:ext cx="271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FC861D0-BFF9-4DA0-FCCF-B14179579E84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7996428" y="4115775"/>
            <a:ext cx="370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780313-6E69-FE10-FDB0-A8A5F29CE81D}"/>
              </a:ext>
            </a:extLst>
          </p:cNvPr>
          <p:cNvCxnSpPr>
            <a:cxnSpLocks/>
            <a:stCxn id="7" idx="7"/>
            <a:endCxn id="8" idx="2"/>
          </p:cNvCxnSpPr>
          <p:nvPr/>
        </p:nvCxnSpPr>
        <p:spPr>
          <a:xfrm flipV="1">
            <a:off x="10021397" y="3013855"/>
            <a:ext cx="546019" cy="416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5443BED-FD16-AC87-D016-21A396DF983D}"/>
              </a:ext>
            </a:extLst>
          </p:cNvPr>
          <p:cNvSpPr txBox="1"/>
          <p:nvPr/>
        </p:nvSpPr>
        <p:spPr>
          <a:xfrm>
            <a:off x="905256" y="5341071"/>
            <a:ext cx="10150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</a:t>
            </a:r>
          </a:p>
          <a:p>
            <a:r>
              <a:rPr lang="en-US" dirty="0"/>
              <a:t>Rename</a:t>
            </a:r>
          </a:p>
          <a:p>
            <a:r>
              <a:rPr lang="en-US" dirty="0"/>
              <a:t>Update</a:t>
            </a:r>
          </a:p>
          <a:p>
            <a:r>
              <a:rPr lang="en-US" dirty="0"/>
              <a:t>Delete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0A5C20-208A-4F37-146C-4DF23B34F392}"/>
              </a:ext>
            </a:extLst>
          </p:cNvPr>
          <p:cNvSpPr txBox="1"/>
          <p:nvPr/>
        </p:nvSpPr>
        <p:spPr>
          <a:xfrm>
            <a:off x="2819509" y="5341071"/>
            <a:ext cx="1566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OnCreate</a:t>
            </a:r>
            <a:r>
              <a:rPr lang="en-US" dirty="0"/>
              <a:t>(e)</a:t>
            </a:r>
          </a:p>
          <a:p>
            <a:r>
              <a:rPr lang="en-US" dirty="0" err="1"/>
              <a:t>OnRename</a:t>
            </a:r>
            <a:r>
              <a:rPr lang="en-US" dirty="0"/>
              <a:t>(e)</a:t>
            </a:r>
          </a:p>
          <a:p>
            <a:r>
              <a:rPr lang="en-US" dirty="0" err="1"/>
              <a:t>OnUpdate</a:t>
            </a:r>
            <a:r>
              <a:rPr lang="en-US" dirty="0"/>
              <a:t>(e)</a:t>
            </a:r>
          </a:p>
          <a:p>
            <a:r>
              <a:rPr lang="en-US" dirty="0" err="1"/>
              <a:t>OnDelete</a:t>
            </a:r>
            <a:r>
              <a:rPr lang="en-US" dirty="0"/>
              <a:t>(e)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514917-52C6-513F-BE6D-E1D093DE8A0D}"/>
              </a:ext>
            </a:extLst>
          </p:cNvPr>
          <p:cNvSpPr txBox="1"/>
          <p:nvPr/>
        </p:nvSpPr>
        <p:spPr>
          <a:xfrm>
            <a:off x="4813915" y="5341071"/>
            <a:ext cx="10020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Skip:</a:t>
            </a:r>
          </a:p>
          <a:p>
            <a:r>
              <a:rPr lang="en-US" dirty="0"/>
              <a:t>.deleted</a:t>
            </a:r>
          </a:p>
          <a:p>
            <a:r>
              <a:rPr lang="en-US" dirty="0"/>
              <a:t>.</a:t>
            </a:r>
            <a:r>
              <a:rPr lang="en-US" dirty="0" err="1"/>
              <a:t>filepart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47F003-43A2-E445-730E-1FBD5F20BD4C}"/>
              </a:ext>
            </a:extLst>
          </p:cNvPr>
          <p:cNvSpPr/>
          <p:nvPr/>
        </p:nvSpPr>
        <p:spPr>
          <a:xfrm>
            <a:off x="1525469" y="1706113"/>
            <a:ext cx="2197717" cy="484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Full file system scan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C76D206-4A4F-9EF1-BA92-A4B02DED8E3D}"/>
              </a:ext>
            </a:extLst>
          </p:cNvPr>
          <p:cNvSpPr/>
          <p:nvPr/>
        </p:nvSpPr>
        <p:spPr>
          <a:xfrm>
            <a:off x="4082741" y="1706113"/>
            <a:ext cx="2822957" cy="4846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Extracting DB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44ED865-B190-868C-6A5A-D630C2082D8D}"/>
              </a:ext>
            </a:extLst>
          </p:cNvPr>
          <p:cNvSpPr/>
          <p:nvPr/>
        </p:nvSpPr>
        <p:spPr>
          <a:xfrm>
            <a:off x="7258757" y="1706113"/>
            <a:ext cx="2197717" cy="4760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Bulk Insert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737689-07EF-3951-2ADB-C42A49220414}"/>
              </a:ext>
            </a:extLst>
          </p:cNvPr>
          <p:cNvCxnSpPr>
            <a:cxnSpLocks/>
            <a:stCxn id="33" idx="3"/>
            <a:endCxn id="8" idx="2"/>
          </p:cNvCxnSpPr>
          <p:nvPr/>
        </p:nvCxnSpPr>
        <p:spPr>
          <a:xfrm>
            <a:off x="9456474" y="1944159"/>
            <a:ext cx="1110942" cy="1069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Graphic 38" descr="Badge outline">
            <a:extLst>
              <a:ext uri="{FF2B5EF4-FFF2-40B4-BE49-F238E27FC236}">
                <a16:creationId xmlns:a16="http://schemas.microsoft.com/office/drawing/2014/main" id="{EAF83745-7A1D-B562-D045-290AC9AF3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168" y="2763067"/>
            <a:ext cx="460989" cy="460989"/>
          </a:xfrm>
          <a:prstGeom prst="rect">
            <a:avLst/>
          </a:prstGeom>
        </p:spPr>
      </p:pic>
      <p:pic>
        <p:nvPicPr>
          <p:cNvPr id="41" name="Graphic 40" descr="Badge 1 outline">
            <a:extLst>
              <a:ext uri="{FF2B5EF4-FFF2-40B4-BE49-F238E27FC236}">
                <a16:creationId xmlns:a16="http://schemas.microsoft.com/office/drawing/2014/main" id="{101550E2-0132-160B-0BB8-81647C830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5643" y="1697574"/>
            <a:ext cx="484631" cy="484631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A3B4C22-CC72-DB8F-678E-BA86E8556573}"/>
              </a:ext>
            </a:extLst>
          </p:cNvPr>
          <p:cNvCxnSpPr>
            <a:cxnSpLocks/>
            <a:stCxn id="31" idx="3"/>
            <a:endCxn id="32" idx="1"/>
          </p:cNvCxnSpPr>
          <p:nvPr/>
        </p:nvCxnSpPr>
        <p:spPr>
          <a:xfrm>
            <a:off x="3723186" y="1948429"/>
            <a:ext cx="3595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DE9087A-9CB4-B7A0-F4C6-580E41E71F17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 flipV="1">
            <a:off x="6905698" y="1944159"/>
            <a:ext cx="353059" cy="4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BA653A3C-F349-08CD-6384-02E12199F9CE}"/>
              </a:ext>
            </a:extLst>
          </p:cNvPr>
          <p:cNvSpPr txBox="1"/>
          <p:nvPr/>
        </p:nvSpPr>
        <p:spPr>
          <a:xfrm>
            <a:off x="10567415" y="1442171"/>
            <a:ext cx="1271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~  1:30 min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F00D338-1F57-13BA-ECCF-32CA618691B5}"/>
              </a:ext>
            </a:extLst>
          </p:cNvPr>
          <p:cNvSpPr/>
          <p:nvPr/>
        </p:nvSpPr>
        <p:spPr>
          <a:xfrm>
            <a:off x="2161136" y="174858"/>
            <a:ext cx="71657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The Solution Blueprint</a:t>
            </a:r>
          </a:p>
        </p:txBody>
      </p:sp>
    </p:spTree>
    <p:extLst>
      <p:ext uri="{BB962C8B-B14F-4D97-AF65-F5344CB8AC3E}">
        <p14:creationId xmlns:p14="http://schemas.microsoft.com/office/powerpoint/2010/main" val="3820903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109</Words>
  <Application>Microsoft Office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Lyuben Kikov</dc:creator>
  <cp:lastModifiedBy>Lyuben Kikov</cp:lastModifiedBy>
  <cp:revision>3</cp:revision>
  <dcterms:created xsi:type="dcterms:W3CDTF">2024-04-17T07:36:24Z</dcterms:created>
  <dcterms:modified xsi:type="dcterms:W3CDTF">2024-04-17T09:16:07Z</dcterms:modified>
</cp:coreProperties>
</file>